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6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055315" y="3105071"/>
            <a:ext cx="12177370" cy="245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6"/>
              </a:lnSpc>
            </a:pPr>
            <a:r>
              <a:rPr lang="en-US" b="true" sz="1138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 Stack Development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31318" y="7316763"/>
            <a:ext cx="1875709" cy="36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799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2024-2025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27161" y="7192938"/>
            <a:ext cx="5832996" cy="252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17"/>
              </a:lnSpc>
            </a:pPr>
            <a:r>
              <a:rPr lang="en-US" sz="3583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Member: </a:t>
            </a:r>
          </a:p>
          <a:p>
            <a:pPr algn="r">
              <a:lnSpc>
                <a:spcPts val="5017"/>
              </a:lnSpc>
            </a:pPr>
            <a:r>
              <a:rPr lang="en-US" sz="358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Saad Dalvi(10486) </a:t>
            </a:r>
          </a:p>
          <a:p>
            <a:pPr algn="r">
              <a:lnSpc>
                <a:spcPts val="5017"/>
              </a:lnSpc>
            </a:pPr>
            <a:r>
              <a:rPr lang="en-US" sz="358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       Swapnil Kasare(10470)</a:t>
            </a:r>
          </a:p>
          <a:p>
            <a:pPr algn="r">
              <a:lnSpc>
                <a:spcPts val="5017"/>
              </a:lnSpc>
            </a:pPr>
            <a:r>
              <a:rPr lang="en-US" sz="358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Alok Shukla (10280)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01334" y="6510619"/>
            <a:ext cx="1063518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Guide: </a:t>
            </a:r>
            <a:r>
              <a:rPr lang="en-US" sz="350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Dr. Roshni Padate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63679" y="5570388"/>
            <a:ext cx="10635186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Topic: Vitual Lab of Python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373174" y="3057796"/>
            <a:ext cx="13192562" cy="6200504"/>
          </a:xfrm>
          <a:custGeom>
            <a:avLst/>
            <a:gdLst/>
            <a:ahLst/>
            <a:cxnLst/>
            <a:rect r="r" b="b" t="t" l="l"/>
            <a:pathLst>
              <a:path h="6200504" w="13192562">
                <a:moveTo>
                  <a:pt x="0" y="0"/>
                </a:moveTo>
                <a:lnTo>
                  <a:pt x="13192561" y="0"/>
                </a:lnTo>
                <a:lnTo>
                  <a:pt x="13192561" y="6200504"/>
                </a:lnTo>
                <a:lnTo>
                  <a:pt x="0" y="62005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 page: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788048" y="2971026"/>
            <a:ext cx="12999115" cy="6158331"/>
          </a:xfrm>
          <a:custGeom>
            <a:avLst/>
            <a:gdLst/>
            <a:ahLst/>
            <a:cxnLst/>
            <a:rect r="r" b="b" t="t" l="l"/>
            <a:pathLst>
              <a:path h="6158331" w="12999115">
                <a:moveTo>
                  <a:pt x="0" y="0"/>
                </a:moveTo>
                <a:lnTo>
                  <a:pt x="12999115" y="0"/>
                </a:lnTo>
                <a:lnTo>
                  <a:pt x="12999115" y="6158331"/>
                </a:lnTo>
                <a:lnTo>
                  <a:pt x="0" y="6158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page: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460463" y="2971026"/>
            <a:ext cx="13367074" cy="6088962"/>
          </a:xfrm>
          <a:custGeom>
            <a:avLst/>
            <a:gdLst/>
            <a:ahLst/>
            <a:cxnLst/>
            <a:rect r="r" b="b" t="t" l="l"/>
            <a:pathLst>
              <a:path h="6088962" w="13367074">
                <a:moveTo>
                  <a:pt x="0" y="0"/>
                </a:moveTo>
                <a:lnTo>
                  <a:pt x="13367074" y="0"/>
                </a:lnTo>
                <a:lnTo>
                  <a:pt x="13367074" y="6088963"/>
                </a:lnTo>
                <a:lnTo>
                  <a:pt x="0" y="6088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52" r="0" b="-145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47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  <a:p>
            <a:pPr algn="l">
              <a:lnSpc>
                <a:spcPts val="18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page: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81873" y="3249405"/>
            <a:ext cx="7950565" cy="3756642"/>
          </a:xfrm>
          <a:custGeom>
            <a:avLst/>
            <a:gdLst/>
            <a:ahLst/>
            <a:cxnLst/>
            <a:rect r="r" b="b" t="t" l="l"/>
            <a:pathLst>
              <a:path h="3756642" w="7950565">
                <a:moveTo>
                  <a:pt x="0" y="0"/>
                </a:moveTo>
                <a:lnTo>
                  <a:pt x="7950565" y="0"/>
                </a:lnTo>
                <a:lnTo>
                  <a:pt x="7950565" y="3756641"/>
                </a:lnTo>
                <a:lnTo>
                  <a:pt x="0" y="3756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24535" y="3180475"/>
            <a:ext cx="8134765" cy="3833508"/>
          </a:xfrm>
          <a:custGeom>
            <a:avLst/>
            <a:gdLst/>
            <a:ahLst/>
            <a:cxnLst/>
            <a:rect r="r" b="b" t="t" l="l"/>
            <a:pathLst>
              <a:path h="3833508" w="8134765">
                <a:moveTo>
                  <a:pt x="0" y="0"/>
                </a:moveTo>
                <a:lnTo>
                  <a:pt x="8134765" y="0"/>
                </a:lnTo>
                <a:lnTo>
                  <a:pt x="8134765" y="3833508"/>
                </a:lnTo>
                <a:lnTo>
                  <a:pt x="0" y="3833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74314" y="9473025"/>
            <a:ext cx="354591" cy="47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  <a:p>
            <a:pPr algn="l">
              <a:lnSpc>
                <a:spcPts val="185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Editor page: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622108" y="2971026"/>
            <a:ext cx="13043785" cy="6179493"/>
          </a:xfrm>
          <a:custGeom>
            <a:avLst/>
            <a:gdLst/>
            <a:ahLst/>
            <a:cxnLst/>
            <a:rect r="r" b="b" t="t" l="l"/>
            <a:pathLst>
              <a:path h="6179493" w="13043785">
                <a:moveTo>
                  <a:pt x="0" y="0"/>
                </a:moveTo>
                <a:lnTo>
                  <a:pt x="13043784" y="0"/>
                </a:lnTo>
                <a:lnTo>
                  <a:pt x="13043784" y="6179493"/>
                </a:lnTo>
                <a:lnTo>
                  <a:pt x="0" y="6179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 Dashboard page: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622108" y="3180475"/>
            <a:ext cx="13043785" cy="6097969"/>
          </a:xfrm>
          <a:custGeom>
            <a:avLst/>
            <a:gdLst/>
            <a:ahLst/>
            <a:cxnLst/>
            <a:rect r="r" b="b" t="t" l="l"/>
            <a:pathLst>
              <a:path h="6097969" w="13043785">
                <a:moveTo>
                  <a:pt x="0" y="0"/>
                </a:moveTo>
                <a:lnTo>
                  <a:pt x="13043784" y="0"/>
                </a:lnTo>
                <a:lnTo>
                  <a:pt x="13043784" y="6097969"/>
                </a:lnTo>
                <a:lnTo>
                  <a:pt x="0" y="6097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Lessons page: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712439" y="2971026"/>
            <a:ext cx="12863122" cy="6077825"/>
          </a:xfrm>
          <a:custGeom>
            <a:avLst/>
            <a:gdLst/>
            <a:ahLst/>
            <a:cxnLst/>
            <a:rect r="r" b="b" t="t" l="l"/>
            <a:pathLst>
              <a:path h="6077825" w="12863122">
                <a:moveTo>
                  <a:pt x="0" y="0"/>
                </a:moveTo>
                <a:lnTo>
                  <a:pt x="12863122" y="0"/>
                </a:lnTo>
                <a:lnTo>
                  <a:pt x="12863122" y="6077825"/>
                </a:lnTo>
                <a:lnTo>
                  <a:pt x="0" y="6077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Lessons page: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513504" y="3055420"/>
            <a:ext cx="13536764" cy="5626709"/>
          </a:xfrm>
          <a:custGeom>
            <a:avLst/>
            <a:gdLst/>
            <a:ahLst/>
            <a:cxnLst/>
            <a:rect r="r" b="b" t="t" l="l"/>
            <a:pathLst>
              <a:path h="5626709" w="13536764">
                <a:moveTo>
                  <a:pt x="0" y="0"/>
                </a:moveTo>
                <a:lnTo>
                  <a:pt x="13536764" y="0"/>
                </a:lnTo>
                <a:lnTo>
                  <a:pt x="13536764" y="5626709"/>
                </a:lnTo>
                <a:lnTo>
                  <a:pt x="0" y="5626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471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Lessons page: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335261" y="2971026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Manage Lessons page: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935924" y="3069473"/>
            <a:ext cx="8224378" cy="3772933"/>
          </a:xfrm>
          <a:custGeom>
            <a:avLst/>
            <a:gdLst/>
            <a:ahLst/>
            <a:cxnLst/>
            <a:rect r="r" b="b" t="t" l="l"/>
            <a:pathLst>
              <a:path h="3772933" w="8224378">
                <a:moveTo>
                  <a:pt x="0" y="0"/>
                </a:moveTo>
                <a:lnTo>
                  <a:pt x="8224378" y="0"/>
                </a:lnTo>
                <a:lnTo>
                  <a:pt x="8224378" y="3772933"/>
                </a:lnTo>
                <a:lnTo>
                  <a:pt x="0" y="3772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369961" y="3041563"/>
            <a:ext cx="7758943" cy="3800843"/>
          </a:xfrm>
          <a:custGeom>
            <a:avLst/>
            <a:gdLst/>
            <a:ahLst/>
            <a:cxnLst/>
            <a:rect r="r" b="b" t="t" l="l"/>
            <a:pathLst>
              <a:path h="3800843" w="7758943">
                <a:moveTo>
                  <a:pt x="0" y="0"/>
                </a:moveTo>
                <a:lnTo>
                  <a:pt x="7758944" y="0"/>
                </a:lnTo>
                <a:lnTo>
                  <a:pt x="7758944" y="3800843"/>
                </a:lnTo>
                <a:lnTo>
                  <a:pt x="0" y="3800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52" t="0" r="-2252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74314" y="9473025"/>
            <a:ext cx="167164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Student and Admin Account Page: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9627095" y="2871068"/>
            <a:ext cx="7857986" cy="3807500"/>
          </a:xfrm>
          <a:custGeom>
            <a:avLst/>
            <a:gdLst/>
            <a:ahLst/>
            <a:cxnLst/>
            <a:rect r="r" b="b" t="t" l="l"/>
            <a:pathLst>
              <a:path h="3807500" w="7857986">
                <a:moveTo>
                  <a:pt x="0" y="0"/>
                </a:moveTo>
                <a:lnTo>
                  <a:pt x="7857985" y="0"/>
                </a:lnTo>
                <a:lnTo>
                  <a:pt x="7857985" y="3807500"/>
                </a:lnTo>
                <a:lnTo>
                  <a:pt x="0" y="3807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73" t="0" r="-1273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0253" y="2871068"/>
            <a:ext cx="8095371" cy="3794705"/>
          </a:xfrm>
          <a:custGeom>
            <a:avLst/>
            <a:gdLst/>
            <a:ahLst/>
            <a:cxnLst/>
            <a:rect r="r" b="b" t="t" l="l"/>
            <a:pathLst>
              <a:path h="3794705" w="8095371">
                <a:moveTo>
                  <a:pt x="0" y="0"/>
                </a:moveTo>
                <a:lnTo>
                  <a:pt x="8095371" y="0"/>
                </a:lnTo>
                <a:lnTo>
                  <a:pt x="8095371" y="3794705"/>
                </a:lnTo>
                <a:lnTo>
                  <a:pt x="0" y="3794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74314" y="9473025"/>
            <a:ext cx="354591" cy="47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</a:p>
          <a:p>
            <a:pPr algn="l">
              <a:lnSpc>
                <a:spcPts val="185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Student and Admin Account Page: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414845" y="2961009"/>
            <a:ext cx="12144528" cy="5692747"/>
          </a:xfrm>
          <a:custGeom>
            <a:avLst/>
            <a:gdLst/>
            <a:ahLst/>
            <a:cxnLst/>
            <a:rect r="r" b="b" t="t" l="l"/>
            <a:pathLst>
              <a:path h="5692747" w="12144528">
                <a:moveTo>
                  <a:pt x="0" y="0"/>
                </a:moveTo>
                <a:lnTo>
                  <a:pt x="12144528" y="0"/>
                </a:lnTo>
                <a:lnTo>
                  <a:pt x="12144528" y="5692747"/>
                </a:lnTo>
                <a:lnTo>
                  <a:pt x="0" y="5692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Practice Segment: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918771" y="2830414"/>
            <a:ext cx="12450459" cy="5851716"/>
          </a:xfrm>
          <a:custGeom>
            <a:avLst/>
            <a:gdLst/>
            <a:ahLst/>
            <a:cxnLst/>
            <a:rect r="r" b="b" t="t" l="l"/>
            <a:pathLst>
              <a:path h="5851716" w="12450459">
                <a:moveTo>
                  <a:pt x="0" y="0"/>
                </a:moveTo>
                <a:lnTo>
                  <a:pt x="12450458" y="0"/>
                </a:lnTo>
                <a:lnTo>
                  <a:pt x="12450458" y="5851715"/>
                </a:lnTo>
                <a:lnTo>
                  <a:pt x="0" y="5851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74314" y="9473025"/>
            <a:ext cx="354591" cy="47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</a:p>
          <a:p>
            <a:pPr algn="l">
              <a:lnSpc>
                <a:spcPts val="18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414845" y="1996301"/>
            <a:ext cx="106351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Segment: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777" y="513519"/>
            <a:ext cx="1030361" cy="10303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172135" y="863164"/>
            <a:ext cx="1151836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Fr. Conceicao Rodrigues College of Engineering</a:t>
            </a: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29325" y="4274503"/>
            <a:ext cx="622935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DAGmH9gSMmU</dc:identifier>
  <dcterms:modified xsi:type="dcterms:W3CDTF">2011-08-01T06:04:30Z</dcterms:modified>
  <cp:revision>1</cp:revision>
  <dc:title>Development</dc:title>
</cp:coreProperties>
</file>